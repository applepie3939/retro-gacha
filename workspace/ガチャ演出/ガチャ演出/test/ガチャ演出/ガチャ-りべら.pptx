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239625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F329E-151E-44C8-991F-A059C0B5F807}" v="4" dt="2026-03-25T04:03:22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94660"/>
  </p:normalViewPr>
  <p:slideViewPr>
    <p:cSldViewPr snapToGrid="0">
      <p:cViewPr varScale="1">
        <p:scale>
          <a:sx n="47" d="100"/>
          <a:sy n="47" d="100"/>
        </p:scale>
        <p:origin x="56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luke Doru" userId="aebde65d3e5fa500" providerId="LiveId" clId="{C91883A7-E482-4D55-AAF8-884EBE8CBF80}"/>
    <pc:docChg chg="undo custSel delSld modSld">
      <pc:chgData name="Moluke Doru" userId="aebde65d3e5fa500" providerId="LiveId" clId="{C91883A7-E482-4D55-AAF8-884EBE8CBF80}" dt="2026-03-25T04:03:22.037" v="19"/>
      <pc:docMkLst>
        <pc:docMk/>
      </pc:docMkLst>
      <pc:sldChg chg="delSp modSp mod delAnim modAnim">
        <pc:chgData name="Moluke Doru" userId="aebde65d3e5fa500" providerId="LiveId" clId="{C91883A7-E482-4D55-AAF8-884EBE8CBF80}" dt="2026-03-25T04:03:22.037" v="19"/>
        <pc:sldMkLst>
          <pc:docMk/>
          <pc:sldMk cId="2804990795" sldId="257"/>
        </pc:sldMkLst>
        <pc:picChg chg="mod">
          <ac:chgData name="Moluke Doru" userId="aebde65d3e5fa500" providerId="LiveId" clId="{C91883A7-E482-4D55-AAF8-884EBE8CBF80}" dt="2026-03-25T04:02:32.155" v="14" actId="1076"/>
          <ac:picMkLst>
            <pc:docMk/>
            <pc:sldMk cId="2804990795" sldId="257"/>
            <ac:picMk id="4" creationId="{F27516E0-943A-1634-38D4-749D15E73E1B}"/>
          </ac:picMkLst>
        </pc:picChg>
        <pc:picChg chg="mod">
          <ac:chgData name="Moluke Doru" userId="aebde65d3e5fa500" providerId="LiveId" clId="{C91883A7-E482-4D55-AAF8-884EBE8CBF80}" dt="2026-03-25T04:02:40.431" v="17" actId="1076"/>
          <ac:picMkLst>
            <pc:docMk/>
            <pc:sldMk cId="2804990795" sldId="257"/>
            <ac:picMk id="6" creationId="{8B78CF2B-25EE-FD69-9F9E-1FC2095CFD5F}"/>
          </ac:picMkLst>
        </pc:picChg>
        <pc:picChg chg="del">
          <ac:chgData name="Moluke Doru" userId="aebde65d3e5fa500" providerId="LiveId" clId="{C91883A7-E482-4D55-AAF8-884EBE8CBF80}" dt="2026-03-25T04:02:02.178" v="5" actId="478"/>
          <ac:picMkLst>
            <pc:docMk/>
            <pc:sldMk cId="2804990795" sldId="257"/>
            <ac:picMk id="8" creationId="{BB2ED800-E223-365B-7F45-4F21AF0A384B}"/>
          </ac:picMkLst>
        </pc:picChg>
      </pc:sldChg>
      <pc:sldChg chg="delSp modSp del mod delAnim modAnim">
        <pc:chgData name="Moluke Doru" userId="aebde65d3e5fa500" providerId="LiveId" clId="{C91883A7-E482-4D55-AAF8-884EBE8CBF80}" dt="2026-03-25T04:02:07.444" v="7" actId="2696"/>
        <pc:sldMkLst>
          <pc:docMk/>
          <pc:sldMk cId="2961820124" sldId="258"/>
        </pc:sldMkLst>
        <pc:spChg chg="del mod">
          <ac:chgData name="Moluke Doru" userId="aebde65d3e5fa500" providerId="LiveId" clId="{C91883A7-E482-4D55-AAF8-884EBE8CBF80}" dt="2026-03-25T03:54:51.448" v="4" actId="478"/>
          <ac:spMkLst>
            <pc:docMk/>
            <pc:sldMk cId="2961820124" sldId="258"/>
            <ac:spMk id="6" creationId="{218F407C-FAB8-8641-206A-41693066C197}"/>
          </ac:spMkLst>
        </pc:spChg>
        <pc:picChg chg="del">
          <ac:chgData name="Moluke Doru" userId="aebde65d3e5fa500" providerId="LiveId" clId="{C91883A7-E482-4D55-AAF8-884EBE8CBF80}" dt="2026-03-25T04:02:04.691" v="6" actId="478"/>
          <ac:picMkLst>
            <pc:docMk/>
            <pc:sldMk cId="2961820124" sldId="258"/>
            <ac:picMk id="4" creationId="{B3052449-BDFA-5E99-BB1C-7813890148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972" y="2003106"/>
            <a:ext cx="10403681" cy="4261203"/>
          </a:xfrm>
        </p:spPr>
        <p:txBody>
          <a:bodyPr anchor="b"/>
          <a:lstStyle>
            <a:lvl1pPr algn="ctr">
              <a:defRPr sz="803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6428637"/>
            <a:ext cx="9179719" cy="2955075"/>
          </a:xfrm>
        </p:spPr>
        <p:txBody>
          <a:bodyPr/>
          <a:lstStyle>
            <a:lvl1pPr marL="0" indent="0" algn="ctr">
              <a:buNone/>
              <a:defRPr sz="3212"/>
            </a:lvl1pPr>
            <a:lvl2pPr marL="611962" indent="0" algn="ctr">
              <a:buNone/>
              <a:defRPr sz="2677"/>
            </a:lvl2pPr>
            <a:lvl3pPr marL="1223924" indent="0" algn="ctr">
              <a:buNone/>
              <a:defRPr sz="2409"/>
            </a:lvl3pPr>
            <a:lvl4pPr marL="1835887" indent="0" algn="ctr">
              <a:buNone/>
              <a:defRPr sz="2142"/>
            </a:lvl4pPr>
            <a:lvl5pPr marL="2447849" indent="0" algn="ctr">
              <a:buNone/>
              <a:defRPr sz="2142"/>
            </a:lvl5pPr>
            <a:lvl6pPr marL="3059811" indent="0" algn="ctr">
              <a:buNone/>
              <a:defRPr sz="2142"/>
            </a:lvl6pPr>
            <a:lvl7pPr marL="3671773" indent="0" algn="ctr">
              <a:buNone/>
              <a:defRPr sz="2142"/>
            </a:lvl7pPr>
            <a:lvl8pPr marL="4283735" indent="0" algn="ctr">
              <a:buNone/>
              <a:defRPr sz="2142"/>
            </a:lvl8pPr>
            <a:lvl9pPr marL="4895698" indent="0" algn="ctr">
              <a:buNone/>
              <a:defRPr sz="214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75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55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00" y="3051410"/>
            <a:ext cx="10556677" cy="5091343"/>
          </a:xfrm>
        </p:spPr>
        <p:txBody>
          <a:bodyPr anchor="b"/>
          <a:lstStyle>
            <a:lvl1pPr>
              <a:defRPr sz="803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00" y="8190919"/>
            <a:ext cx="10556677" cy="2677417"/>
          </a:xfrm>
        </p:spPr>
        <p:txBody>
          <a:bodyPr/>
          <a:lstStyle>
            <a:lvl1pPr marL="0" indent="0">
              <a:buNone/>
              <a:defRPr sz="3212">
                <a:solidFill>
                  <a:schemeClr val="tx1">
                    <a:tint val="82000"/>
                  </a:schemeClr>
                </a:solidFill>
              </a:defRPr>
            </a:lvl1pPr>
            <a:lvl2pPr marL="611962" indent="0">
              <a:buNone/>
              <a:defRPr sz="2677">
                <a:solidFill>
                  <a:schemeClr val="tx1">
                    <a:tint val="82000"/>
                  </a:schemeClr>
                </a:solidFill>
              </a:defRPr>
            </a:lvl2pPr>
            <a:lvl3pPr marL="1223924" indent="0">
              <a:buNone/>
              <a:defRPr sz="2409">
                <a:solidFill>
                  <a:schemeClr val="tx1">
                    <a:tint val="82000"/>
                  </a:schemeClr>
                </a:solidFill>
              </a:defRPr>
            </a:lvl3pPr>
            <a:lvl4pPr marL="1835887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4pPr>
            <a:lvl5pPr marL="2447849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5pPr>
            <a:lvl6pPr marL="3059811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6pPr>
            <a:lvl7pPr marL="3671773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7pPr>
            <a:lvl8pPr marL="4283735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8pPr>
            <a:lvl9pPr marL="4895698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42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3258233"/>
            <a:ext cx="5201841" cy="776593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3258233"/>
            <a:ext cx="5201841" cy="776593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651649"/>
            <a:ext cx="10556677" cy="236576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70" y="3000409"/>
            <a:ext cx="5177934" cy="1470454"/>
          </a:xfrm>
        </p:spPr>
        <p:txBody>
          <a:bodyPr anchor="b"/>
          <a:lstStyle>
            <a:lvl1pPr marL="0" indent="0">
              <a:buNone/>
              <a:defRPr sz="3212" b="1"/>
            </a:lvl1pPr>
            <a:lvl2pPr marL="611962" indent="0">
              <a:buNone/>
              <a:defRPr sz="2677" b="1"/>
            </a:lvl2pPr>
            <a:lvl3pPr marL="1223924" indent="0">
              <a:buNone/>
              <a:defRPr sz="2409" b="1"/>
            </a:lvl3pPr>
            <a:lvl4pPr marL="1835887" indent="0">
              <a:buNone/>
              <a:defRPr sz="2142" b="1"/>
            </a:lvl4pPr>
            <a:lvl5pPr marL="2447849" indent="0">
              <a:buNone/>
              <a:defRPr sz="2142" b="1"/>
            </a:lvl5pPr>
            <a:lvl6pPr marL="3059811" indent="0">
              <a:buNone/>
              <a:defRPr sz="2142" b="1"/>
            </a:lvl6pPr>
            <a:lvl7pPr marL="3671773" indent="0">
              <a:buNone/>
              <a:defRPr sz="2142" b="1"/>
            </a:lvl7pPr>
            <a:lvl8pPr marL="4283735" indent="0">
              <a:buNone/>
              <a:defRPr sz="2142" b="1"/>
            </a:lvl8pPr>
            <a:lvl9pPr marL="4895698" indent="0">
              <a:buNone/>
              <a:defRPr sz="214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70" y="4470863"/>
            <a:ext cx="5177934" cy="65759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1" y="3000409"/>
            <a:ext cx="5203435" cy="1470454"/>
          </a:xfrm>
        </p:spPr>
        <p:txBody>
          <a:bodyPr anchor="b"/>
          <a:lstStyle>
            <a:lvl1pPr marL="0" indent="0">
              <a:buNone/>
              <a:defRPr sz="3212" b="1"/>
            </a:lvl1pPr>
            <a:lvl2pPr marL="611962" indent="0">
              <a:buNone/>
              <a:defRPr sz="2677" b="1"/>
            </a:lvl2pPr>
            <a:lvl3pPr marL="1223924" indent="0">
              <a:buNone/>
              <a:defRPr sz="2409" b="1"/>
            </a:lvl3pPr>
            <a:lvl4pPr marL="1835887" indent="0">
              <a:buNone/>
              <a:defRPr sz="2142" b="1"/>
            </a:lvl4pPr>
            <a:lvl5pPr marL="2447849" indent="0">
              <a:buNone/>
              <a:defRPr sz="2142" b="1"/>
            </a:lvl5pPr>
            <a:lvl6pPr marL="3059811" indent="0">
              <a:buNone/>
              <a:defRPr sz="2142" b="1"/>
            </a:lvl6pPr>
            <a:lvl7pPr marL="3671773" indent="0">
              <a:buNone/>
              <a:defRPr sz="2142" b="1"/>
            </a:lvl7pPr>
            <a:lvl8pPr marL="4283735" indent="0">
              <a:buNone/>
              <a:defRPr sz="2142" b="1"/>
            </a:lvl8pPr>
            <a:lvl9pPr marL="4895698" indent="0">
              <a:buNone/>
              <a:defRPr sz="214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1" y="4470863"/>
            <a:ext cx="5203435" cy="65759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85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25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171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815975"/>
            <a:ext cx="3947598" cy="2855913"/>
          </a:xfrm>
        </p:spPr>
        <p:txBody>
          <a:bodyPr anchor="b"/>
          <a:lstStyle>
            <a:lvl1pPr>
              <a:defRPr sz="428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762282"/>
            <a:ext cx="6196310" cy="8698067"/>
          </a:xfrm>
        </p:spPr>
        <p:txBody>
          <a:bodyPr/>
          <a:lstStyle>
            <a:lvl1pPr>
              <a:defRPr sz="4283"/>
            </a:lvl1pPr>
            <a:lvl2pPr>
              <a:defRPr sz="3748"/>
            </a:lvl2pPr>
            <a:lvl3pPr>
              <a:defRPr sz="3212"/>
            </a:lvl3pPr>
            <a:lvl4pPr>
              <a:defRPr sz="2677"/>
            </a:lvl4pPr>
            <a:lvl5pPr>
              <a:defRPr sz="2677"/>
            </a:lvl5pPr>
            <a:lvl6pPr>
              <a:defRPr sz="2677"/>
            </a:lvl6pPr>
            <a:lvl7pPr>
              <a:defRPr sz="2677"/>
            </a:lvl7pPr>
            <a:lvl8pPr>
              <a:defRPr sz="2677"/>
            </a:lvl8pPr>
            <a:lvl9pPr>
              <a:defRPr sz="26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3671887"/>
            <a:ext cx="3947598" cy="6802626"/>
          </a:xfrm>
        </p:spPr>
        <p:txBody>
          <a:bodyPr/>
          <a:lstStyle>
            <a:lvl1pPr marL="0" indent="0">
              <a:buNone/>
              <a:defRPr sz="2142"/>
            </a:lvl1pPr>
            <a:lvl2pPr marL="611962" indent="0">
              <a:buNone/>
              <a:defRPr sz="1874"/>
            </a:lvl2pPr>
            <a:lvl3pPr marL="1223924" indent="0">
              <a:buNone/>
              <a:defRPr sz="1606"/>
            </a:lvl3pPr>
            <a:lvl4pPr marL="1835887" indent="0">
              <a:buNone/>
              <a:defRPr sz="1339"/>
            </a:lvl4pPr>
            <a:lvl5pPr marL="2447849" indent="0">
              <a:buNone/>
              <a:defRPr sz="1339"/>
            </a:lvl5pPr>
            <a:lvl6pPr marL="3059811" indent="0">
              <a:buNone/>
              <a:defRPr sz="1339"/>
            </a:lvl6pPr>
            <a:lvl7pPr marL="3671773" indent="0">
              <a:buNone/>
              <a:defRPr sz="1339"/>
            </a:lvl7pPr>
            <a:lvl8pPr marL="4283735" indent="0">
              <a:buNone/>
              <a:defRPr sz="1339"/>
            </a:lvl8pPr>
            <a:lvl9pPr marL="4895698" indent="0">
              <a:buNone/>
              <a:defRPr sz="133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66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815975"/>
            <a:ext cx="3947598" cy="2855913"/>
          </a:xfrm>
        </p:spPr>
        <p:txBody>
          <a:bodyPr anchor="b"/>
          <a:lstStyle>
            <a:lvl1pPr>
              <a:defRPr sz="428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762282"/>
            <a:ext cx="6196310" cy="8698067"/>
          </a:xfrm>
        </p:spPr>
        <p:txBody>
          <a:bodyPr anchor="t"/>
          <a:lstStyle>
            <a:lvl1pPr marL="0" indent="0">
              <a:buNone/>
              <a:defRPr sz="4283"/>
            </a:lvl1pPr>
            <a:lvl2pPr marL="611962" indent="0">
              <a:buNone/>
              <a:defRPr sz="3748"/>
            </a:lvl2pPr>
            <a:lvl3pPr marL="1223924" indent="0">
              <a:buNone/>
              <a:defRPr sz="3212"/>
            </a:lvl3pPr>
            <a:lvl4pPr marL="1835887" indent="0">
              <a:buNone/>
              <a:defRPr sz="2677"/>
            </a:lvl4pPr>
            <a:lvl5pPr marL="2447849" indent="0">
              <a:buNone/>
              <a:defRPr sz="2677"/>
            </a:lvl5pPr>
            <a:lvl6pPr marL="3059811" indent="0">
              <a:buNone/>
              <a:defRPr sz="2677"/>
            </a:lvl6pPr>
            <a:lvl7pPr marL="3671773" indent="0">
              <a:buNone/>
              <a:defRPr sz="2677"/>
            </a:lvl7pPr>
            <a:lvl8pPr marL="4283735" indent="0">
              <a:buNone/>
              <a:defRPr sz="2677"/>
            </a:lvl8pPr>
            <a:lvl9pPr marL="4895698" indent="0">
              <a:buNone/>
              <a:defRPr sz="26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3671887"/>
            <a:ext cx="3947598" cy="6802626"/>
          </a:xfrm>
        </p:spPr>
        <p:txBody>
          <a:bodyPr/>
          <a:lstStyle>
            <a:lvl1pPr marL="0" indent="0">
              <a:buNone/>
              <a:defRPr sz="2142"/>
            </a:lvl1pPr>
            <a:lvl2pPr marL="611962" indent="0">
              <a:buNone/>
              <a:defRPr sz="1874"/>
            </a:lvl2pPr>
            <a:lvl3pPr marL="1223924" indent="0">
              <a:buNone/>
              <a:defRPr sz="1606"/>
            </a:lvl3pPr>
            <a:lvl4pPr marL="1835887" indent="0">
              <a:buNone/>
              <a:defRPr sz="1339"/>
            </a:lvl4pPr>
            <a:lvl5pPr marL="2447849" indent="0">
              <a:buNone/>
              <a:defRPr sz="1339"/>
            </a:lvl5pPr>
            <a:lvl6pPr marL="3059811" indent="0">
              <a:buNone/>
              <a:defRPr sz="1339"/>
            </a:lvl6pPr>
            <a:lvl7pPr marL="3671773" indent="0">
              <a:buNone/>
              <a:defRPr sz="1339"/>
            </a:lvl7pPr>
            <a:lvl8pPr marL="4283735" indent="0">
              <a:buNone/>
              <a:defRPr sz="1339"/>
            </a:lvl8pPr>
            <a:lvl9pPr marL="4895698" indent="0">
              <a:buNone/>
              <a:defRPr sz="133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179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17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651647"/>
            <a:ext cx="2639169" cy="1037251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5" y="651647"/>
            <a:ext cx="7764512" cy="1037251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390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651649"/>
            <a:ext cx="10556677" cy="236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3258233"/>
            <a:ext cx="10556677" cy="776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11344322"/>
            <a:ext cx="2753916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56986-71ED-4A79-8020-4A771891BF7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11344322"/>
            <a:ext cx="4130873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11344322"/>
            <a:ext cx="2753916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B3B21-3957-4C93-8C8A-9F8BF395EA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34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23924" rtl="0" eaLnBrk="1" latinLnBrk="0" hangingPunct="1">
        <a:lnSpc>
          <a:spcPct val="90000"/>
        </a:lnSpc>
        <a:spcBef>
          <a:spcPct val="0"/>
        </a:spcBef>
        <a:buNone/>
        <a:defRPr kumimoji="1" sz="58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5981" indent="-305981" algn="l" defTabSz="1223924" rtl="0" eaLnBrk="1" latinLnBrk="0" hangingPunct="1">
        <a:lnSpc>
          <a:spcPct val="90000"/>
        </a:lnSpc>
        <a:spcBef>
          <a:spcPts val="1339"/>
        </a:spcBef>
        <a:buFont typeface="Arial" panose="020B0604020202020204" pitchFamily="34" charset="0"/>
        <a:buChar char="•"/>
        <a:defRPr kumimoji="1" sz="3748" kern="1200">
          <a:solidFill>
            <a:schemeClr val="tx1"/>
          </a:solidFill>
          <a:latin typeface="+mn-lt"/>
          <a:ea typeface="+mn-ea"/>
          <a:cs typeface="+mn-cs"/>
        </a:defRPr>
      </a:lvl1pPr>
      <a:lvl2pPr marL="917943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3212" kern="1200">
          <a:solidFill>
            <a:schemeClr val="tx1"/>
          </a:solidFill>
          <a:latin typeface="+mn-lt"/>
          <a:ea typeface="+mn-ea"/>
          <a:cs typeface="+mn-cs"/>
        </a:defRPr>
      </a:lvl2pPr>
      <a:lvl3pPr marL="1529906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2677" kern="1200">
          <a:solidFill>
            <a:schemeClr val="tx1"/>
          </a:solidFill>
          <a:latin typeface="+mn-lt"/>
          <a:ea typeface="+mn-ea"/>
          <a:cs typeface="+mn-cs"/>
        </a:defRPr>
      </a:lvl3pPr>
      <a:lvl4pPr marL="2141868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4pPr>
      <a:lvl5pPr marL="2753830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5pPr>
      <a:lvl6pPr marL="3365792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6pPr>
      <a:lvl7pPr marL="3977754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7pPr>
      <a:lvl8pPr marL="4589717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8pPr>
      <a:lvl9pPr marL="5201679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1pPr>
      <a:lvl2pPr marL="611962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2pPr>
      <a:lvl3pPr marL="1223924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3pPr>
      <a:lvl4pPr marL="1835887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4pPr>
      <a:lvl5pPr marL="2447849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5pPr>
      <a:lvl6pPr marL="3059811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6pPr>
      <a:lvl7pPr marL="3671773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7pPr>
      <a:lvl8pPr marL="4283735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8pPr>
      <a:lvl9pPr marL="4895698" algn="l" defTabSz="1223924" rtl="0" eaLnBrk="1" latinLnBrk="0" hangingPunct="1">
        <a:defRPr kumimoji="1" sz="24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2F4CD38-3FCC-0680-4E23-94590B05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989" y="2913487"/>
            <a:ext cx="6155229" cy="615522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680D37E-685D-C05C-19C5-566449CA1C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6638" y="276538"/>
            <a:ext cx="3515932" cy="263694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04B3D89-4271-75FD-C26C-B265E9325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648" y="6119812"/>
            <a:ext cx="1214153" cy="125332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A68A8B7-E42D-D1B9-DD76-454E7255FC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584" y="10403523"/>
            <a:ext cx="2319972" cy="173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27516E0-943A-1634-38D4-749D15E73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140" y="2824558"/>
            <a:ext cx="8787343" cy="659050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B78CF2B-25EE-FD69-9F9E-1FC2095CF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8" y="3219078"/>
            <a:ext cx="5801466" cy="580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9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0</Words>
  <Application>Microsoft Office PowerPoint</Application>
  <PresentationFormat>ユーザー設定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Moluke Doru</dc:creator>
  <cp:lastModifiedBy>Moluke Doru</cp:lastModifiedBy>
  <cp:revision>1</cp:revision>
  <dcterms:created xsi:type="dcterms:W3CDTF">2026-03-25T02:03:12Z</dcterms:created>
  <dcterms:modified xsi:type="dcterms:W3CDTF">2026-03-25T04:03:27Z</dcterms:modified>
</cp:coreProperties>
</file>